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6400800" cy="1828800"/>
            <a:chOff x="914400" y="914400"/>
            <a:chExt cx="6400800" cy="18288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6400800" cy="1828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Orion-1 current sales budget: USD 15k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